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Customer Sentiment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Twitter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NLP analysis of tweets about Apple &amp; Google products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Final Project  |  Davido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need to know how people feel about their products — fast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tweets are posted about Apple and Google products every day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every tweet by hand to gauge public reaction is not realistic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and product teams need a fast, automated way to know: is the public reaction positive, negative, or neutral?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build a model that reads a tweet and classifies the sentiment automatically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~9,000 real tweets, hand-labeled for sentiment</a:t>
            </a:r>
            <a:endParaRPr lang="en-US" sz="1600" dirty="0"/>
          </a:p>
        </p:txBody>
      </p:sp>
      <p:pic>
        <p:nvPicPr>
          <p:cNvPr id="4" name="Image 0" descr="/home/claude/phase4-nlp-twitter-sentiment-analysis/images/label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512064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45920"/>
            <a:ext cx="5577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tweets collected during a major tech event (SXSW), mentioning Apple and Google products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tweet was hand-labeled by a human as Positive, Negative, or No emotion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tweets (about 6 in 10) show no clear emotion — they're just factual or informational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 in 3 tweets are positive, while only about 1 in 16 are clearly negative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imbalance matters: negative tweets are rare, but they're the ones a brand most needs to catch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the Tweets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the text so the model can focus on what matters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all text to lowercase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links, @usernames, and # symbols — these don't carry sentiment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punctuation and numbers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common filler words ("the", "and", "is"...) so the model focuses on meaningful words</a:t>
            </a:r>
            <a:endParaRPr lang="en-US" sz="2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clean, simple text ready to be turned into numbers the model can learn from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Three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simple baseline to more advanced approaches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simple, fast baseline model used as a starting point for comparison.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17373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965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widely-used model that weighs words to predict sentiment — and tells us how confident it 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0" y="17373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1965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SVC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49640" y="256032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more advanced model that draws clear boundaries between sentiment categories.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models were trained on 80% of the tweets and tested on the remaining 20% they had never seen before.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and Linear SVC both outperform the baseline</a:t>
            </a:r>
            <a:endParaRPr lang="en-US" sz="1600" dirty="0"/>
          </a:p>
        </p:txBody>
      </p:sp>
      <p:pic>
        <p:nvPicPr>
          <p:cNvPr id="4" name="Image 0" descr="/home/claude/phase4-nlp-twitter-sentiment-analysis/image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86400" cy="3657600"/>
          </a:xfrm>
          <a:prstGeom prst="rect">
            <a:avLst/>
          </a:prstGeom>
        </p:spPr>
      </p:pic>
      <p:pic>
        <p:nvPicPr>
          <p:cNvPr id="5" name="Image 1" descr="/home/claude/phase4-nlp-twitter-sentiment-analysis/images/confusion_matrix_l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4937760" cy="3931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074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was chosen as the final model — it performs as well as the more complex SVC, while also telling us how confident it is in each prediction.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Trust the Model?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inside the model's decisions</a:t>
            </a:r>
            <a:endParaRPr lang="en-US" sz="1600" dirty="0"/>
          </a:p>
        </p:txBody>
      </p:sp>
      <p:pic>
        <p:nvPicPr>
          <p:cNvPr id="4" name="Image 0" descr="/home/claude/phase4-nlp-twitter-sentiment-analysis/images/top_words_per_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0"/>
            <a:ext cx="112471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technique called LIME, we can see exactly which words drove each prediction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predictions are driven by words like "great", "love", and "awesome"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predictions are driven by words like "hate", "fail", and "broken"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matches human intuition — the model has learned genuine sentiment signals, not noise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47088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737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as a first pass, not a final answer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7280" y="2148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model sort incoming tweets, then have a person review anything flagged as negative.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944368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346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catching negative tweets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 complaint is costlier than double-checking a false alarm — tune the model to favor catching negatives.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041648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931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more negative examples over time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97280" y="4343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tweets are rare in this dataset; more examples will help the model get even better at spotting them.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5138928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50292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more advanced language models later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9728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AI language models could better handle sarcasm and subtle tone in future versions.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Twitter Sentiment Analysis — Apple &amp; Google Products</dc:title>
  <dc:subject>PptxGenJS Presentation</dc:subject>
  <dc:creator>Davido</dc:creator>
  <cp:lastModifiedBy>Davido</cp:lastModifiedBy>
  <cp:revision>1</cp:revision>
  <dcterms:created xsi:type="dcterms:W3CDTF">2026-06-13T13:16:50Z</dcterms:created>
  <dcterms:modified xsi:type="dcterms:W3CDTF">2026-06-13T13:16:50Z</dcterms:modified>
</cp:coreProperties>
</file>